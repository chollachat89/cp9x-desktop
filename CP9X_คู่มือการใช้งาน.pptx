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tmp/cp9x_deck/icon_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10081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8412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คู่มือการใช้งาน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ระบบอัพเดตอัตโนมัติผ่าน GitHub Actions และ Supabase Edge Function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/tmp/cp9x_deck/icon_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44462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เซิร์ฟเวอร์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8328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3" name="Image 2" descr="/tmp/cp9x_deck/icon_monito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44462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50208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แอปเดสก์ท็อป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6" name="Image 3" descr="/tmp/cp9x_deck/icon_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90" y="44462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84848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อัพเดตอัตโนมัติ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เวอร์ชันล่าสุด  v1.0.28   ·   อัพเดต 25 สิงหาคม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ระบบมี 2 ส่วนแยกกัน ต้องอัพเดตคนละวิธี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7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625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เซิร์ฟเวอร์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Edge Function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สมองของระบบ อยู่บนคลาวด์ ทุกคนใช้ตัวเดียวกัน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4279392"/>
            <a:ext cx="46634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40740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วิธีอัพเดต: คัดลอกโค้ดไปวางบนเว็บ Supabase → กด Deploy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7C7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tmp/cp9x_deck/icon_moni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216255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28346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ตัวโปรแกรมบนเครื่อง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62940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CP9X Desktop App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62940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หน้าตาที่ผู้ใช้เห็น ติดตั้งแยกในแต่ละเครื่อง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629400" y="4279392"/>
            <a:ext cx="46634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29400" y="440740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วิธีอัพเดต: push ขึ้น GitHub → ระบบ build + ส่งอัพเดตให้ทุกเครื่องเอง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ตัวโปรแกรมและเซิร์ฟเวอร์มีเลขเวอร์ชันแยกกันได้ — ต้องอัพเดตทั้งสองส่วนให้ครบเมื่อมีการเปลี่ยนแปลง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ไฟล์สำคัญในโปรเจกต์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3794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pack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953158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92224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792224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เลขเวอร์ชัน + รายการ dependency + คำสั่ง npm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5511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tmp/cp9x_deck/icon_settin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666390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50545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electron-builder.yml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77840" y="2505456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สูตร build .exe + ปลายทางอัพเดต (GitHub owner/repo)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16382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264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tmp/cp9x_deck/icon_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37962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21868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src/main.js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577840" y="3218688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สมองของแอป: เปิดหน้าต่าง + เมนู + ตรรกะ auto-update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7240" y="3977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tmp/cp9x_deck/icon_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092854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393192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src/renderer/index.html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577840" y="3931920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 UI — คือ ไฟล์ CP9X.html เดิมที่ฝังไว้ในแอป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45902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3" name="Shape 17"/>
          <p:cNvSpPr/>
          <p:nvPr/>
        </p:nvSpPr>
        <p:spPr>
          <a:xfrm>
            <a:off x="777240" y="46908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tmp/cp9x_deck/icon_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" y="4806086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464515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supabase-edge-function/index.ts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577840" y="464515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โค้ดฝั่งเซิร์ฟเวอร์ — deploy แยกต่างหาก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777240" y="540410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tmp/cp9x_deck/icon_refres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454" y="5519318"/>
            <a:ext cx="281635" cy="28163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5358384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.github/workflows/release.yml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577840" y="5358384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สั่ง GitHub build + ปล่อย release อัตโนมัติเมื่อเจอ tag ขึ้นต้นด้วย v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กลไกระบวนการ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วงจรการอัพเดตอัตโนมัติ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5" name="Image 0" descr="/tmp/cp9x_deck/icon_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9184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306324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295351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4114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tag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554480" y="3520440"/>
            <a:ext cx="93268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487168" y="306324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1" descr="/tmp/cp9x_deck/icon_settin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329184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487168" y="306324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45536" y="295351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67128" y="4114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01568" y="3520440"/>
            <a:ext cx="93268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334256" y="306324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7" name="Image 2" descr="/tmp/cp9x_deck/icon_up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3291840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34256" y="306324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992624" y="295351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014216" y="4114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Release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.exe + latest.yml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248656" y="3520440"/>
            <a:ext cx="93268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181344" y="306324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3" name="Image 3" descr="/tmp/cp9x_deck/icon_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91840"/>
            <a:ext cx="457200" cy="457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81344" y="306324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839712" y="295351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861304" y="4114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แอปตรวจสอบ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30 นาที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095744" y="3520440"/>
            <a:ext cx="93268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8028432" y="306324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9" name="Image 4" descr="/tmp/cp9x_deck/icon_downlo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3291840"/>
            <a:ext cx="457200" cy="4572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028432" y="306324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686800" y="295351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708392" y="4114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เบื้องหลัง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942832" y="3520440"/>
            <a:ext cx="93268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9875520" y="306324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5" name="Image 5" descr="/tmp/cp9x_deck/icon_bell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3291840"/>
            <a:ext cx="457200" cy="4572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9875520" y="306324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10533888" y="295351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555480" y="4114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รีสตาร์ต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ผู้ใช้กด “รีสตาร์ตตอนนี้” → แอปปิดแล้วเปิดใหม่เอง เป็นเวอร์ชันล่าสุดทันที หรือถ้าไม่กด ระบบจะติดตั้งให้เองตอนปิดโปรแกรมครั้งถัดไป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อัพเดตเซิร์ฟเวอร์ (Supabase Edge Function)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18320" y="457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457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ประมาณ 3 นาที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1460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tmp/cp9x_deck/icon_fi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0116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เปิดไฟล์โค้ด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127248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supabase-edge-function\index.ts — คลิกขวา &gt; Open with &gt; Notepad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37560" y="169164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356616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30352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tmp/cp9x_deck/icon_termina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คัดลอกโค้ดทั้งหมด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566160" y="3127248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Ctrl+A เลือกทั้งหมด แล้ว Ctrl+C คัดลอก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26480" y="169164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</p:spPr>
      </p:sp>
      <p:sp>
        <p:nvSpPr>
          <p:cNvPr id="21" name="Shape 17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809244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/tmp/cp9x_deck/icon_clou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116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เปิดหน้า Supabase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355080" y="3127248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project → functions → app-api → Edit function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915400" y="169164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</p:spPr>
      </p:sp>
      <p:sp>
        <p:nvSpPr>
          <p:cNvPr id="28" name="Shape 23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4"/>
          <p:cNvSpPr/>
          <p:nvPr/>
        </p:nvSpPr>
        <p:spPr>
          <a:xfrm>
            <a:off x="91440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1088136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/tmp/cp9x_deck/icon_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01168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4400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วางโค้ด แล้ว Deploy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144000" y="3127248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 ทับโค้ดเก่า → Ctrl+V → กด Deploy รอสำเร็จ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9F6EE"/>
          </a:solidFill>
          <a:ln/>
        </p:spPr>
      </p:sp>
      <p:sp>
        <p:nvSpPr>
          <p:cNvPr id="35" name="Shape 29"/>
          <p:cNvSpPr/>
          <p:nvPr/>
        </p:nvSpPr>
        <p:spPr>
          <a:xfrm>
            <a:off x="777240" y="5138928"/>
            <a:ext cx="548640" cy="548640"/>
          </a:xfrm>
          <a:prstGeom prst="ellipse">
            <a:avLst/>
          </a:prstGeom>
          <a:solidFill>
            <a:srgbClr val="2FA65A"/>
          </a:solidFill>
          <a:ln/>
        </p:spPr>
      </p:sp>
      <p:pic>
        <p:nvPicPr>
          <p:cNvPr id="36" name="Image 4" descr="/tmp/cp9x_deck/icon_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259629"/>
            <a:ext cx="307238" cy="30723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63040" y="50749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เช็คว่าสำเร็จไหม:  </a:t>
            </a:r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เปิดแอป CP9X → เมนู “รายงานสถานะดำเนินการ” → โหลดข้อมูล → ต้องเห็นคอลัมน์ใหม่ “เลขทรัพย์สิน”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ปล่อยอัพเดตตัวโปรแกรมให้ทุกเครื่อง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18320" y="457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457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นาที + build 5-10 นาที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669280" cy="4297680"/>
          </a:xfrm>
          <a:prstGeom prst="roundRect">
            <a:avLst>
              <a:gd name="adj" fmla="val 2128"/>
            </a:avLst>
          </a:prstGeom>
          <a:solidFill>
            <a:srgbClr val="141B4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7452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87452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187452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E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2587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เก็บไฟล์ที่แก้ไขทั้งหมด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E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"v1.0.28"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33009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บันทึกการเปลี่ยนแปลง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7124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E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40142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ส่งโค้ดขึ้น GitHub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4256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E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v1.0.28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47274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ติดป้ายเวอร์ชัน — ต้องตรงกับ package.json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1389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E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v1.0.28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0120" y="5440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tag — บรรทัดนี้สั่งให้ระบบ build อัตโนมัติ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0" descr="/tmp/cp9x_deck/icon_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1117" y="1804797"/>
            <a:ext cx="276606" cy="27660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23760" y="16642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พิมพ์ทีละบรรทัด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223760" y="19842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Enter แล้วรอให้เสร็จก่อนค่อยพิมพ์บรรทัดถัดไป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37960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1" descr="/tmp/cp9x_deck/icon_settin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2737485"/>
            <a:ext cx="276606" cy="27660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223760" y="259689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ติดตามที่ GitHub Actions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7223760" y="291693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github.com/chollachat89/cp9x-desktop/actions — รอเหลือง → ✓ เขียว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537960" y="35570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2" descr="/tmp/cp9x_deck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17" y="3670173"/>
            <a:ext cx="276606" cy="27660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223760" y="35295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เช็คหน้า Releases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7223760" y="384962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ต้องเห็น v1.0.28 พร้อม .exe และ latest.yml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537960" y="46177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DF3E7"/>
          </a:solidFill>
          <a:ln/>
        </p:spPr>
      </p:sp>
      <p:sp>
        <p:nvSpPr>
          <p:cNvPr id="34" name="Shape 29"/>
          <p:cNvSpPr/>
          <p:nvPr/>
        </p:nvSpPr>
        <p:spPr>
          <a:xfrm>
            <a:off x="6766560" y="4828032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5" name="Image 3" descr="/tmp/cp9x_deck/icon_warn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4928616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360920" y="477316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 tag ต้องตรงกับ version ใน package.json เป๊ะ ② ② ถ้าไม่ตรง ระบบ build จะหยุดทันทีพร้อมแจ้งเตือนสีแดง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3-4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อัพเดตเครื่องตัวเอง และเครื่องคนอื่น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ขั้นที่ 3 — เครื่องตัวเอง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 A — ง่ายสุด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เปิดแอป CP9X ทิ้งไว้ ระบบดาวน์โหลดให้เองภายใน 30 นาที แล้วกด “รีสตาร์ตเพื่ออัพเดต”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 B — เร็วกว่า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 CP9X-Setup-x.x.x.exe จากหน้า Releases แล้วติดตั้งทับตัวเดิมได้เลย (ไม่ต้องถอน)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846320"/>
            <a:ext cx="470916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9834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เช็คเวอร์ชัน: ดูมุมล่างซ้ายของแอป ใต้ชื่อผู้ใช้ จะขึ้นว่า “เวอร์ชัน 1.0.28”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4" name="Image 1" descr="/tmp/cp9x_deck/icon_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9671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2011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ขั้นที่ 4 — เครื่องคนอื่น (อัตโนมัติ)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ไม่ต้องทำอะไรเลย — ระบบจัดการให้เองทั้งหมด: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92240" y="3200400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4"/>
          <p:cNvSpPr/>
          <p:nvPr/>
        </p:nvSpPr>
        <p:spPr>
          <a:xfrm>
            <a:off x="6492240" y="3200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931152" y="31455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ตรวจเจอเวอร์ชันใหม่ภายใน 30 นาที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3730752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492240" y="3730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931152" y="36758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ดาวน์โหลดให้อัตโนมัติเบื้องหลัง (ใช้งานต่อได้ระหว่างรอ)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92240" y="4261104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4" name="Text 20"/>
          <p:cNvSpPr/>
          <p:nvPr/>
        </p:nvSpPr>
        <p:spPr>
          <a:xfrm>
            <a:off x="6492240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931152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ขึ้นแถบแจ้งเตือนมุมขวาล่าง “รีสตาร์ตเพื่ออัพเดตตอนนี้”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92240" y="4791456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3"/>
          <p:cNvSpPr/>
          <p:nvPr/>
        </p:nvSpPr>
        <p:spPr>
          <a:xfrm>
            <a:off x="6492240" y="4791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931152" y="47365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ไม่กด → ติดตั้งให้เองตอนปิดโปรแกรมครั้งถัดไป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92240" y="5349240"/>
            <a:ext cx="4892040" cy="502920"/>
          </a:xfrm>
          <a:prstGeom prst="roundRect">
            <a:avLst>
              <a:gd name="adj" fmla="val 49091"/>
            </a:avLst>
          </a:prstGeom>
          <a:solidFill>
            <a:srgbClr val="141B47"/>
          </a:solidFill>
          <a:ln/>
        </p:spPr>
      </p:sp>
      <p:sp>
        <p:nvSpPr>
          <p:cNvPr id="30" name="Text 26"/>
          <p:cNvSpPr/>
          <p:nvPr/>
        </p:nvSpPr>
        <p:spPr>
          <a:xfrm>
            <a:off x="6492240" y="53492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อยากให้อัพเดตทันที → กดปุ่ม “ตรวจอัพเดต” มุมล่างซ้ายของแอป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กฎเหล็ก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เลข 4 จุดนี้ต้องเท่ากันเสมอ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1.0.28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9184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v1.0.28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8932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v1.0.28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068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เลขในแอป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0684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1.0.28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ลำดับการทำที่ถูกต้องทุกครั้ง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9502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0" descr="/tmp/cp9x_deck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4032504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39044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แก้โค้ด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1" descr="/tmp/cp9x_deck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507992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97280" y="437997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แก้เลข version ใน package.json (เช่น 1.0.29)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548640" y="49011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tmp/cp9x_deck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983480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48554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-A → git commit → git push origin main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548640" y="5376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tmp/cp9x_deck/icon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5458968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533095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v1.0.29 → git push origin v1.0.29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tmp/cp9x_deck/icon_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5934456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5806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ถ้าแก้ supabase-edge-function/index.ts ด้วย → อย่าลืม Deploy ที่ Supabase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อ้างอิงด่วน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งานประจำวัน: แก้โค้ด → ปล่อยอัพเดต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51960"/>
          </a:xfrm>
          <a:prstGeom prst="roundRect">
            <a:avLst>
              <a:gd name="adj" fmla="val 2151"/>
            </a:avLst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87452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97864" y="187452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แก้ src/renderer/index.html หรือไฟล์อื่นตามต้องการ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4780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80720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ขึ้นเลขเวอร์ชันใน package.json  (1.0.28 -&gt; 1.0.29)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1363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46557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push + tag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1239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"v1.0.29 แก้ฟอร์มใบวางบิล"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45312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v1.0.29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7823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 --tags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11149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รอ Actions ขึ้นเขียว — จบ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26680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0" descr="/tmp/cp9x_deck/icon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9837" y="2005965"/>
            <a:ext cx="276606" cy="27660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6676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ชม.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726680" y="23134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รอผู้ใช้ทุกคนได้อัพเดตอย่างช้าที่สุด (หรือทันทีเมื่อเปิดแอปใหม่)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98080" y="32461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25" name="Shape 22"/>
          <p:cNvSpPr/>
          <p:nvPr/>
        </p:nvSpPr>
        <p:spPr>
          <a:xfrm>
            <a:off x="7726680" y="3447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1" descr="/tmp/cp9x_deck/icon_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837" y="3560445"/>
            <a:ext cx="276606" cy="27660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36676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บรรทัด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7726680" y="386791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ห้ามลบแท็ก &lt;script src="./updater-ui.js"&gt; ท้าย index.html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498080" y="48006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DF3E7"/>
          </a:solidFill>
          <a:ln/>
        </p:spPr>
      </p:sp>
      <p:sp>
        <p:nvSpPr>
          <p:cNvPr id="30" name="Text 26"/>
          <p:cNvSpPr/>
          <p:nvPr/>
        </p:nvSpPr>
        <p:spPr>
          <a:xfrm>
            <a:off x="772668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 semver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726680" y="519379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เล็ก: 1.0.x  ·  เพิ่มฟีเจอร์: 1.x.0  ·  รื้อใหญ่: x.0.0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แก้ปัญหา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อาการที่พบบ่อย และวิธีแก้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37944"/>
            <a:ext cx="493776" cy="493776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6" name="Image 0" descr="/tmp/cp9x_deck/icon_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908" y="1949044"/>
            <a:ext cx="271577" cy="2715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647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could not read Username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1764792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ยังไม่ได้ล็อกอิน GitHub — ติดตั้ง Git for Windows แล้ว push ใหม่ จะเด้งหน้าต่างให้ล็อกอิน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734056"/>
            <a:ext cx="493776" cy="493776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11" name="Image 1" descr="/tmp/cp9x_deck/icon_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08" y="2845156"/>
            <a:ext cx="271577" cy="2715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6090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แดง: เลข tag ไม่ตรงกับ version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2660904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อ่านข้อความสีแดงว่าให้แก้เป็นเลขอะไร แล้วทำตาม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630168"/>
            <a:ext cx="493776" cy="493776"/>
          </a:xfrm>
          <a:prstGeom prst="ellipse">
            <a:avLst/>
          </a:prstGeom>
          <a:solidFill>
            <a:srgbClr val="2FA65A"/>
          </a:solidFill>
          <a:ln/>
        </p:spPr>
      </p:sp>
      <p:pic>
        <p:nvPicPr>
          <p:cNvPr id="16" name="Image 2" descr="/tmp/cp9x_deck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8" y="3741268"/>
            <a:ext cx="271577" cy="27157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5701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“already_exists” ตอน publish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577840" y="3557016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ไม่ใช่ปัญหา — เคยปล่อยสำเร็จไปแล้ว เช็คหน้า Releases ว่าไฟล์ครบหรือไม่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526280"/>
            <a:ext cx="493776" cy="493776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21" name="Image 3" descr="/tmp/cp9x_deck/icon_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08" y="4637380"/>
            <a:ext cx="271577" cy="27157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4531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→ already exists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445312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 tag เก่าก่อน: git tag -d vX.X.X → git push origin :refs/tags/vX.X.X แล้วเริ่มใหม่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27608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422392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tmp/cp9x_deck/icon_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08" y="5533492"/>
            <a:ext cx="271577" cy="27157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349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เครื่องคนอื่นไม่ยอมอัพเดต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577840" y="53492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ให้กด “ตรวจอัพเดต” มุมล่างซ้าย หรือโหลด .exe จาก Releases ติดตั้งทับ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ความปลอดภัย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มาตรการป้องกันที่ตั้งไว้ในระบบ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6" name="Image 0" descr="/tmp/cp9x_deck/icon_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09489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contextIsolation + nodeIntegration: false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หน้าเว็บแตะ Node.js/ระบบไฟล์ตรงๆ ไม่ได้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41B47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98424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/tmp/cp9x_deck/icon_li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202" y="209489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ลิงก์ภายนอกเปิดด้วยเบราว์เซอร์เครื่อง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056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กันหน้าปลอมสวมรอย UI จากภายนอก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41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98424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6" name="Image 2" descr="/tmp/cp9x_deck/icon_monito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20948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instance lock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838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เปิดซ้ำจะเด้งหน้าต่างเดิมขึ้นมาแทน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41B47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63016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1" name="Image 3" descr="/tmp/cp9x_deck/icon_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374081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SHA512 ก่อนติดตั้งทุกครั้ง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526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มั่นใจว่าไฟล์อัพเดตไม่ถูกแก้ไขระหว่างทาง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34290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41B47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0560" y="363016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6" name="Image 4" descr="/tmp/cp9x_deck/icon_clou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202" y="374081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เปิดทุกตารางที่สำคัญ (Supabase)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0560" y="4526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เพราะโค้ดฝั่งแอปถูกแกะดูได้ (แตก app.asar ก็เห็นหมด)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4290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41B47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363016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1" name="Image 5" descr="/tmp/cp9x_deck/icon_warning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522" y="3740810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ห้ามฝัง service_role key ในแอป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83880" y="4526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ใช้เฉพาะ publishable key (sb_publishable_...) เท่านั้น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Desktop · คู่มือการใช้งาน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118872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tmp/cp9x_deck/icon_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13944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จบคู่มือ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31089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สรุป: เซิร์ฟเวอร์ deploy ที่ Supabase — ตัวโปรแกรม push tag ขึ้น GitHub — เลข 4 จุดต้องตรงกันเสมอ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108960" y="416052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8" name="Image 1" descr="/tmp/cp9x_deck/icon_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830" y="426339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3320" y="4160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github.com/chollachat89/cp9x-desktop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108960" y="48006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2" descr="/tmp/cp9x_deck/icon_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830" y="490347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03320" y="4800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supabase.com/dashboard/project/hefnjozijflnhdunmewl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มีคำถามเพิ่มเติม? ดู ส่วนที่ 8 “แก้ปัญหา” ในคู่มือทำทีละขั้น.md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2026-08-25T09:25:59Z</dcterms:created>
  <dcterms:modified xsi:type="dcterms:W3CDTF">2026-08-25T09:25:59Z</dcterms:modified>
</cp:coreProperties>
</file>